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143000"/>
            <a:ext cx="1280160" cy="1280160"/>
          </a:xfrm>
          <a:prstGeom prst="roundRect">
            <a:avLst/>
          </a:prstGeom>
          <a:solidFill>
            <a:srgbClr val="B9F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44752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72018"/>
                </a:solidFill>
              </a:rPr>
              <a:t>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CampusSwap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BE"/>
                </a:solidFill>
              </a:rPr>
              <a:t>Buy. Sell. Bargain. On campus.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Turning buried WhatsApp deals into a searchable, trusted campus marketplace.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9F34A"/>
                </a:solidFill>
              </a:rPr>
              <a:t>Campus Hustle · Product Prototype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72018"/>
                </a:solidFill>
                <a:latin typeface="Aptos Display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7066"/>
                </a:solidFill>
              </a:rPr>
              <a:t>Campus commerce already exists. The interface is the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172018"/>
                </a:solidFill>
              </a:defRPr>
            </a:pPr>
            <a:r>
              <a:t>• Posts disappear under memes, notices and exam messages.</a:t>
            </a:r>
          </a:p>
          <a:p>
            <a:pPr>
              <a:spcAft>
                <a:spcPts val="1500"/>
              </a:spcAft>
              <a:defRPr sz="2100">
                <a:solidFill>
                  <a:srgbClr val="172018"/>
                </a:solidFill>
              </a:defRPr>
            </a:pPr>
            <a:r>
              <a:t>• Prices and item details get buried in chat history.</a:t>
            </a:r>
          </a:p>
          <a:p>
            <a:pPr>
              <a:spcAft>
                <a:spcPts val="1500"/>
              </a:spcAft>
              <a:defRPr sz="2100">
                <a:solidFill>
                  <a:srgbClr val="172018"/>
                </a:solidFill>
              </a:defRPr>
            </a:pPr>
            <a:r>
              <a:t>• Buyers repeatedly ask: “Is this still available?”</a:t>
            </a:r>
          </a:p>
          <a:p>
            <a:pPr>
              <a:spcAft>
                <a:spcPts val="1500"/>
              </a:spcAft>
              <a:defRPr sz="2100">
                <a:solidFill>
                  <a:srgbClr val="172018"/>
                </a:solidFill>
              </a:defRPr>
            </a:pPr>
            <a:r>
              <a:t>• New students cannot easily judge seller trust.</a:t>
            </a:r>
          </a:p>
          <a:p>
            <a:pPr>
              <a:spcAft>
                <a:spcPts val="1500"/>
              </a:spcAft>
              <a:defRPr sz="2100">
                <a:solidFill>
                  <a:srgbClr val="172018"/>
                </a:solidFill>
              </a:defRPr>
            </a:pPr>
            <a:r>
              <a:t>• Negotiation happens in messy free-text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Meet Riya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BE"/>
                </a:solidFill>
              </a:rPr>
              <a:t>A student reseller persona — fictional until validated with a real interview.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FFFFF"/>
                </a:solidFill>
              </a:defRPr>
            </a:pPr>
            <a:r>
              <a:t>• Sells used textbooks, calculators and lab gear to juniors.</a:t>
            </a:r>
          </a:p>
          <a:p>
            <a:pPr>
              <a:spcAft>
                <a:spcPts val="1500"/>
              </a:spcAft>
              <a:defRPr sz="2100">
                <a:solidFill>
                  <a:srgbClr val="FFFFFF"/>
                </a:solidFill>
              </a:defRPr>
            </a:pPr>
            <a:r>
              <a:t>• Her biggest annoyance: repeating the same information after posts are buried.</a:t>
            </a:r>
          </a:p>
          <a:p>
            <a:pPr>
              <a:spcAft>
                <a:spcPts val="1500"/>
              </a:spcAft>
              <a:defRPr sz="2100">
                <a:solidFill>
                  <a:srgbClr val="FFFFFF"/>
                </a:solidFill>
              </a:defRPr>
            </a:pPr>
            <a:r>
              <a:t>• She wants the community she already has — just with better marketplace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00600"/>
            <a:ext cx="10241280" cy="914400"/>
          </a:xfrm>
          <a:prstGeom prst="roundRect">
            <a:avLst/>
          </a:prstGeom>
          <a:solidFill>
            <a:srgbClr val="253428"/>
          </a:solidFill>
          <a:ln>
            <a:solidFill>
              <a:srgbClr val="3C4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01091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B9F34A"/>
                </a:solidFill>
              </a:rPr>
              <a:t>“I don’t hate WhatsApp. I hate answering the same question 20 times.”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72018"/>
                </a:solidFill>
                <a:latin typeface="Aptos Display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7066"/>
                </a:solidFill>
              </a:rPr>
              <a:t>One focused loop: list → discover → chat → bargain → meet.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24688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8237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018"/>
                </a:solidFill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34290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7066"/>
                </a:solidFill>
              </a:rPr>
              <a:t>Price, condition,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24028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4688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8237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018"/>
                </a:solidFill>
              </a:rPr>
              <a:t>BROWSE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34290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7066"/>
                </a:solidFill>
              </a:rPr>
              <a:t>Search + category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24028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4688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8237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018"/>
                </a:solidFill>
              </a:rPr>
              <a:t>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34290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7066"/>
                </a:solidFill>
              </a:rPr>
              <a:t>Item-level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24028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4688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8237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018"/>
                </a:solidFill>
              </a:rPr>
              <a:t>BARGAIN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4290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7066"/>
                </a:solidFill>
              </a:rPr>
              <a:t>Make offer + counter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24028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4688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48237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8803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018"/>
                </a:solidFill>
              </a:rPr>
              <a:t>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34290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7066"/>
                </a:solidFill>
              </a:rPr>
              <a:t>Verification + ratings + safe spots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72018"/>
                </a:solidFill>
                <a:latin typeface="Aptos Display"/>
              </a:rPr>
              <a:t>Trust is a product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7066"/>
                </a:solidFill>
              </a:rPr>
              <a:t>A cheap deal is not worth a trust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✓ Campus identity verification — prove the person belongs to the community.</a:t>
            </a:r>
          </a:p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★ Seller reputation — ratings from completed campus trades.</a:t>
            </a:r>
          </a:p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⌖ Safe meet-up spots — library, canteen, security desk.</a:t>
            </a:r>
          </a:p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💬 Item-level chat — price and context stay attached to the listing.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BE"/>
                </a:solidFill>
              </a:rPr>
              <a:t>Built without AI. The demo focuses on the core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FFFFF"/>
                </a:solidFill>
              </a:defRPr>
            </a:pPr>
            <a:r>
              <a:t>• Responsive marketplace UI with seeded listings.</a:t>
            </a:r>
          </a:p>
          <a:p>
            <a:pPr>
              <a:spcAft>
                <a:spcPts val="1500"/>
              </a:spcAft>
              <a:defRPr sz="1900">
                <a:solidFill>
                  <a:srgbClr val="FFFFFF"/>
                </a:solidFill>
              </a:defRPr>
            </a:pPr>
            <a:r>
              <a:t>• Search + category filters + sorting.</a:t>
            </a:r>
          </a:p>
          <a:p>
            <a:pPr>
              <a:spcAft>
                <a:spcPts val="1500"/>
              </a:spcAft>
              <a:defRPr sz="1900">
                <a:solidFill>
                  <a:srgbClr val="FFFFFF"/>
                </a:solidFill>
              </a:defRPr>
            </a:pPr>
            <a:r>
              <a:t>• Seller listing form — publish a new item live.</a:t>
            </a:r>
          </a:p>
          <a:p>
            <a:pPr>
              <a:spcAft>
                <a:spcPts val="1500"/>
              </a:spcAft>
              <a:defRPr sz="1900">
                <a:solidFill>
                  <a:srgbClr val="FFFFFF"/>
                </a:solidFill>
              </a:defRPr>
            </a:pPr>
            <a:r>
              <a:t>• Chat simulation with buyer/seller messages.</a:t>
            </a:r>
          </a:p>
          <a:p>
            <a:pPr>
              <a:spcAft>
                <a:spcPts val="1500"/>
              </a:spcAft>
              <a:defRPr sz="1900">
                <a:solidFill>
                  <a:srgbClr val="FFFFFF"/>
                </a:solidFill>
              </a:defRPr>
            </a:pPr>
            <a:r>
              <a:t>• Make Offer flow with simulated seller counter / acceptance.</a:t>
            </a:r>
          </a:p>
          <a:p>
            <a:pPr>
              <a:spcAft>
                <a:spcPts val="1500"/>
              </a:spcAft>
              <a:defRPr sz="1900">
                <a:solidFill>
                  <a:srgbClr val="FFFFFF"/>
                </a:solidFill>
              </a:defRPr>
            </a:pPr>
            <a:r>
              <a:t>• Trust-focused seller profile and campus meet-up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72018"/>
                </a:solidFill>
                <a:latin typeface="Aptos Display"/>
              </a:rPr>
              <a:t>Why CampusSwap can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7066"/>
                </a:solidFill>
              </a:rPr>
              <a:t>It does not replace the campus community. It removes the friction around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Focused problem: campus buying/selling chaos.</a:t>
            </a:r>
          </a:p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Clear owner pain: student reseller loses time and buyers.</a:t>
            </a:r>
          </a:p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Strong demo moment: live price bargaining in chat.</a:t>
            </a:r>
          </a:p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Trust is visible, not assumed.</a:t>
            </a:r>
          </a:p>
          <a:p>
            <a:pPr>
              <a:spcAft>
                <a:spcPts val="1500"/>
              </a:spcAft>
              <a:defRPr sz="2000">
                <a:solidFill>
                  <a:srgbClr val="172018"/>
                </a:solidFill>
              </a:defRPr>
            </a:pPr>
            <a:r>
              <a:t>• Next step: interview a real campus seller in the first hour and replace assumptions with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06E32"/>
                </a:solidFill>
              </a:rPr>
              <a:t>“WhatsApp created the community. CampusSwap gives it the marketplace tools it was missing.”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